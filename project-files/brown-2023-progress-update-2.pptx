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78" r:id="rId5"/>
    <p:sldId id="280" r:id="rId6"/>
    <p:sldId id="285" r:id="rId7"/>
    <p:sldId id="284" r:id="rId8"/>
    <p:sldId id="282" r:id="rId9"/>
    <p:sldId id="281" r:id="rId10"/>
    <p:sldId id="283" r:id="rId11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19" autoAdjust="0"/>
  </p:normalViewPr>
  <p:slideViewPr>
    <p:cSldViewPr snapToGrid="0">
      <p:cViewPr varScale="1">
        <p:scale>
          <a:sx n="81" d="100"/>
          <a:sy n="81" d="100"/>
        </p:scale>
        <p:origin x="66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30D8D-1E8E-46AF-9C10-3BD426B2523A}" type="datetime1">
              <a:rPr lang="en-GB" smtClean="0"/>
              <a:t>18/07/2023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93D865-7669-4F64-9733-F997BDAED295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41340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2CD5E69-3755-402E-89C1-CDB30CA7425E}" type="datetime1">
              <a:rPr lang="en-GB" noProof="0" smtClean="0"/>
              <a:t>18/07/2023</a:t>
            </a:fld>
            <a:endParaRPr lang="en-GB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Quarter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E6DE88F-1F85-4A27-9D34-D74A50E7B0DA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E6DE88F-1F85-4A27-9D34-D74A50E7B0DA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5677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1284996-D5EC-400C-8FE4-7E6C69BB0CF8}" type="datetime1">
              <a:rPr lang="en-GB" noProof="0" smtClean="0"/>
              <a:t>18/07/2023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EB28C59-49BD-4590-9846-C533AA98752B}" type="datetime1">
              <a:rPr lang="en-GB" noProof="0" smtClean="0"/>
              <a:t>18/07/2023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F7E4AC-764F-4C27-AEC4-A4960E9093F0}" type="datetime1">
              <a:rPr lang="en-GB" noProof="0" smtClean="0"/>
              <a:t>18/07/2023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82D7911-34EF-456A-9CCB-4081299328B8}" type="datetime1">
              <a:rPr lang="en-GB" noProof="0" smtClean="0"/>
              <a:t>18/07/2023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3B73AE-9525-4148-A209-40AC38BF5737}" type="datetime1">
              <a:rPr lang="en-GB" noProof="0" smtClean="0"/>
              <a:t>18/07/2023</a:t>
            </a:fld>
            <a:endParaRPr lang="en-GB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4D3EFD-A3EB-48D6-91D1-30671EA1207D}" type="datetime1">
              <a:rPr lang="en-GB" noProof="0" smtClean="0"/>
              <a:t>18/07/2023</a:t>
            </a:fld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1C3D2D4-BB4A-4B7B-ADA7-22E227BD5AE7}" type="datetime1">
              <a:rPr lang="en-GB" noProof="0" smtClean="0"/>
              <a:t>18/07/2023</a:t>
            </a:fld>
            <a:endParaRPr lang="en-GB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82CE2A-D155-40CB-A971-66B163E6347D}" type="datetime1">
              <a:rPr lang="en-GB" noProof="0" smtClean="0"/>
              <a:t>18/07/2023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50CEE9-1E3A-4ADA-93D4-2FD4F8431AA5}" type="datetime1">
              <a:rPr lang="en-GB" noProof="0" smtClean="0"/>
              <a:t>18/07/2023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D065D1-D2F2-4D54-B881-786AFA6A9AF3}" type="datetime1">
              <a:rPr lang="en-GB" noProof="0" smtClean="0"/>
              <a:t>18/07/2023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FBB8088-55E1-47B9-BF04-9403C8256F50}" type="datetime1">
              <a:rPr lang="en-GB" noProof="0" smtClean="0"/>
              <a:t>18/07/2023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FCA334-3F96-4772-959C-677B9C9B892F}" type="datetime1">
              <a:rPr lang="en-GB" noProof="0" smtClean="0"/>
              <a:t>18/07/2023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n-GB" sz="8000" noProof="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en-GB" sz="8000" noProof="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791FB6-1BB1-4D54-B64E-19C9843EEB6A}" type="datetime1">
              <a:rPr lang="en-GB" noProof="0" smtClean="0"/>
              <a:t>18/07/2023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928F16-6F15-471B-BABC-F11D9655039E}" type="datetime1">
              <a:rPr lang="en-GB" noProof="0" smtClean="0"/>
              <a:t>18/07/2023</a:t>
            </a:fld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098D439-F42D-4C5F-AAC2-3886E29E2212}" type="datetime1">
              <a:rPr lang="en-GB" noProof="0" smtClean="0"/>
              <a:t>18/07/2023</a:t>
            </a:fld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Quarter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4EEED21A-E036-4044-8AF6-43527D4E8308}" type="datetime1">
              <a:rPr lang="en-GB" noProof="0" smtClean="0"/>
              <a:t>18/07/2023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3A98EE3D-8CD1-4C3F-BD1C-C98C9596463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6.jpe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p14="http://schemas.microsoft.com/office/powerpoint/2010/main" xmlns:a16="http://schemas.microsoft.com/office/drawing/2014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 rtlCol="0">
            <a:normAutofit/>
          </a:bodyPr>
          <a:lstStyle/>
          <a:p>
            <a:pPr algn="l" rtl="0"/>
            <a:r>
              <a:rPr lang="en-GB" sz="4000" dirty="0"/>
              <a:t>Biofuel</a:t>
            </a:r>
            <a:br>
              <a:rPr lang="en-GB" sz="4000" dirty="0"/>
            </a:br>
            <a:r>
              <a:rPr lang="en-GB" sz="4000" dirty="0"/>
              <a:t>Research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 rtlCol="0">
            <a:normAutofit/>
          </a:bodyPr>
          <a:lstStyle/>
          <a:p>
            <a:pPr algn="l" rtl="0"/>
            <a:r>
              <a:rPr lang="en-GB" sz="2300" dirty="0"/>
              <a:t>Webb Wu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18D52-FFB0-5733-ADD6-AC29A3EF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5C36E-CAF7-2CE2-7134-7DB1E66F5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Using Silver Nanoparticle</a:t>
            </a:r>
          </a:p>
          <a:p>
            <a:endParaRPr lang="en-GB" dirty="0"/>
          </a:p>
          <a:p>
            <a:r>
              <a:rPr lang="en-GB" dirty="0"/>
              <a:t>Improving Combustion Efficiency</a:t>
            </a:r>
          </a:p>
          <a:p>
            <a:endParaRPr lang="en-GB" dirty="0"/>
          </a:p>
          <a:p>
            <a:r>
              <a:rPr lang="en-GB" dirty="0"/>
              <a:t>Anti-Bacterial</a:t>
            </a:r>
          </a:p>
        </p:txBody>
      </p:sp>
    </p:spTree>
    <p:extLst>
      <p:ext uri="{BB962C8B-B14F-4D97-AF65-F5344CB8AC3E}">
        <p14:creationId xmlns:p14="http://schemas.microsoft.com/office/powerpoint/2010/main" val="2072139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F8A47-2AB6-E104-4ACE-FF053B192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3EFB5-D11E-2693-3586-992AEADB0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E15D070-D801-7A6A-326B-C2549EE7E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85" y="479629"/>
            <a:ext cx="7575265" cy="5681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3424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CD216-B2D1-82C5-5B46-584E561CB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F4359D-EA18-D4C7-60FE-6F7C1FD5A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2662" y="2867765"/>
            <a:ext cx="2397764" cy="31970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939AC7-2FE6-ED0C-F642-691DBA14C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83" y="95372"/>
            <a:ext cx="7594437" cy="5695827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0CDF78E-D1EC-3A5B-88B0-AE8F60FE5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8267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526C9-DE36-C417-69AB-BC9F17F48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Further 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88964-D739-EA1F-710F-6E814D88F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Biofuels (e.g., ethanol, biodiesel, vegetable oil)</a:t>
            </a:r>
          </a:p>
          <a:p>
            <a:r>
              <a:rPr lang="en-GB" dirty="0"/>
              <a:t>Silver nanoparticle catalyst</a:t>
            </a:r>
          </a:p>
          <a:p>
            <a:r>
              <a:rPr lang="en-GB" dirty="0"/>
              <a:t>Nanofoam insulation</a:t>
            </a:r>
          </a:p>
          <a:p>
            <a:r>
              <a:rPr lang="en-GB" dirty="0"/>
              <a:t>Spirit burner/Bunsen burner</a:t>
            </a:r>
          </a:p>
          <a:p>
            <a:r>
              <a:rPr lang="en-GB" dirty="0"/>
              <a:t>Thermometer</a:t>
            </a:r>
          </a:p>
          <a:p>
            <a:r>
              <a:rPr lang="en-GB" dirty="0"/>
              <a:t>Stopwatch</a:t>
            </a:r>
          </a:p>
          <a:p>
            <a:r>
              <a:rPr lang="en-GB" dirty="0"/>
              <a:t>Balance</a:t>
            </a:r>
          </a:p>
        </p:txBody>
      </p:sp>
    </p:spTree>
    <p:extLst>
      <p:ext uri="{BB962C8B-B14F-4D97-AF65-F5344CB8AC3E}">
        <p14:creationId xmlns:p14="http://schemas.microsoft.com/office/powerpoint/2010/main" val="4039783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F7781-05D7-FF87-9668-225AE5EF6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Further 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BE066-4993-BA4E-3E24-F8348744A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Select biofuels and label glass beakers.</a:t>
            </a:r>
          </a:p>
          <a:p>
            <a:r>
              <a:rPr lang="en-GB" dirty="0"/>
              <a:t>Prepare silver nanoparticle catalyst and mix with biofuels.</a:t>
            </a:r>
          </a:p>
          <a:p>
            <a:r>
              <a:rPr lang="en-GB" dirty="0"/>
              <a:t>Set up combustion area with burner, thermometer, and insulation.</a:t>
            </a:r>
          </a:p>
          <a:p>
            <a:r>
              <a:rPr lang="en-GB" dirty="0"/>
              <a:t>Measure and record initial biofuel temperature.</a:t>
            </a:r>
          </a:p>
          <a:p>
            <a:r>
              <a:rPr lang="en-GB" dirty="0"/>
              <a:t>Ignite the burner and monitor temperature change.</a:t>
            </a:r>
          </a:p>
          <a:p>
            <a:r>
              <a:rPr lang="en-GB" dirty="0"/>
              <a:t>Record highest temperature reached.</a:t>
            </a:r>
          </a:p>
          <a:p>
            <a:r>
              <a:rPr lang="en-GB" dirty="0"/>
              <a:t>Repeat for each biofuel with/without catalyst and insulation.</a:t>
            </a:r>
          </a:p>
          <a:p>
            <a:r>
              <a:rPr lang="en-GB" dirty="0"/>
              <a:t>Perform multiple trials.</a:t>
            </a:r>
          </a:p>
        </p:txBody>
      </p:sp>
    </p:spTree>
    <p:extLst>
      <p:ext uri="{BB962C8B-B14F-4D97-AF65-F5344CB8AC3E}">
        <p14:creationId xmlns:p14="http://schemas.microsoft.com/office/powerpoint/2010/main" val="2083958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07EBD-2441-64D5-0111-480E538CF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Any Qs 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921EB0-D714-7EA5-D629-7BB14F0E36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5234" y="2293865"/>
            <a:ext cx="5090007" cy="3467567"/>
          </a:xfrm>
        </p:spPr>
      </p:pic>
    </p:spTree>
    <p:extLst>
      <p:ext uri="{BB962C8B-B14F-4D97-AF65-F5344CB8AC3E}">
        <p14:creationId xmlns:p14="http://schemas.microsoft.com/office/powerpoint/2010/main" val="32182636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6073_TF55705232.potx" id="{B7A741E6-96B9-45BD-A1A1-505231A19B21}" vid="{F17FBA35-4AE0-45DF-B5E4-C900201365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{7AFC2089-27A6-4085-BBB5-08D0820F2EB0}tf55705232_win32</Template>
  <TotalTime>85</TotalTime>
  <Words>111</Words>
  <Application>Microsoft Office PowerPoint</Application>
  <PresentationFormat>Widescreen</PresentationFormat>
  <Paragraphs>27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Goudy Old Style</vt:lpstr>
      <vt:lpstr>Wingdings 2</vt:lpstr>
      <vt:lpstr>SlateVTI</vt:lpstr>
      <vt:lpstr>Biofuel Research update</vt:lpstr>
      <vt:lpstr>Recap</vt:lpstr>
      <vt:lpstr>PowerPoint Presentation</vt:lpstr>
      <vt:lpstr>PowerPoint Presentation</vt:lpstr>
      <vt:lpstr>Further Experiments</vt:lpstr>
      <vt:lpstr>Further Experiment</vt:lpstr>
      <vt:lpstr>Any Qs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Biofuel Research update</dc:title>
  <dc:creator>Webb Wu</dc:creator>
  <cp:lastModifiedBy>Webb Wu</cp:lastModifiedBy>
  <cp:revision>2</cp:revision>
  <dcterms:created xsi:type="dcterms:W3CDTF">2023-07-18T01:57:06Z</dcterms:created>
  <dcterms:modified xsi:type="dcterms:W3CDTF">2023-07-18T14:18:55Z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