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9" r:id="rId11"/>
    <p:sldId id="266" r:id="rId12"/>
  </p:sldIdLst>
  <p:sldSz cx="9144000" cy="5143500" type="screen16x9"/>
  <p:notesSz cx="6858000" cy="9144000"/>
  <p:embeddedFontLst>
    <p:embeddedFont>
      <p:font typeface="Century Schoolbook" panose="02040604050505020304" pitchFamily="18" charset="0"/>
      <p:regular r:id="rId14"/>
      <p:bold r:id="rId15"/>
      <p:italic r:id="rId16"/>
      <p:boldItalic r:id="rId17"/>
    </p:embeddedFont>
    <p:embeddedFont>
      <p:font typeface="Old Standard TT" panose="020B0604020202020204" charset="0"/>
      <p:regular r:id="rId18"/>
      <p:bold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ee3138368_0_1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ee3138368_0_1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e3138368_0_1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ee3138368_0_1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ee3138368_0_1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ee3138368_0_1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ee3138368_0_10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ee3138368_0_10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ee3138368_0_10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ee3138368_0_10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e3138368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e3138368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ee3138368_0_1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ee3138368_0_1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Energy Crisis</a:t>
            </a:r>
            <a:br>
              <a:rPr lang="en" dirty="0"/>
            </a:br>
            <a:r>
              <a:rPr lang="en" dirty="0"/>
              <a:t>-Biofuel &amp; Nanotechnology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entury Schoolbook" panose="02040604050505020304" pitchFamily="18" charset="0"/>
                <a:ea typeface="MS Gothic" panose="020B0609070205080204" pitchFamily="49" charset="-128"/>
              </a:rPr>
              <a:t>Webb Wu</a:t>
            </a:r>
            <a:endParaRPr dirty="0">
              <a:latin typeface="Century Schoolbook" panose="02040604050505020304" pitchFamily="18" charset="0"/>
              <a:ea typeface="MS Gothic" panose="020B0609070205080204" pitchFamily="49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4566AB-E5EE-75B6-2370-80BF4517F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297" y="462545"/>
            <a:ext cx="5261406" cy="42184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AFC25-3B7A-1027-5CD8-AABBBF83C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107" y="1777218"/>
            <a:ext cx="4582893" cy="32349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5524AA-8DD5-E637-B17D-6A053E63B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892"/>
            <a:ext cx="4644242" cy="3278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6357C7-BD95-2A9B-9B93-322B63E9F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258" y="747932"/>
            <a:ext cx="5167483" cy="364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13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0EE0F5-3D75-8BAA-D0BD-68C9287D0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137" y="473259"/>
            <a:ext cx="5945725" cy="419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5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1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From organic matter, such as plants, crops, algae, and organic waste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Renewable and Sustainable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endParaRPr lang="en-GB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D9CB13-4ABC-2A2E-E49D-A359148F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Biofuel Explained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301B2F-74C2-E085-7258-10153AC79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401" y="1786377"/>
            <a:ext cx="3536120" cy="1768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Example: Bioethanol</a:t>
            </a:r>
            <a:endParaRPr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8520600" cy="39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pt-BR" sz="2400" dirty="0"/>
              <a:t>C6H12O6 → 2 C2H5OH + 2 CO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pt-BR" sz="2400" dirty="0"/>
              <a:t>6CO2 + 6H2 O + sunlight → C6 H12 O6 + 6O2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endParaRPr lang="pt-BR"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pt-BR" sz="2400" dirty="0"/>
              <a:t>E10 Petrol </a:t>
            </a:r>
            <a:r>
              <a:rPr lang="en-US" altLang="zh-CN" sz="2400" dirty="0"/>
              <a:t>is widely used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08A62B-3B95-A97B-817D-C316D6A0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716" y="2571750"/>
            <a:ext cx="4111723" cy="2161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Nanotechnology in Biofuel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Catalysts and Process Enhancements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Enzyme Immobilization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Nanostructured Materials for Fuel Storage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 err="1"/>
              <a:t>Nanosensors</a:t>
            </a:r>
            <a:r>
              <a:rPr lang="en-GB" sz="2400" dirty="0"/>
              <a:t> for Quality Control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Combustion Enhancements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Engine Coatings and Lubricants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Pollution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Experiment Materials</a:t>
            </a:r>
            <a:endParaRPr dirty="0"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2478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2400" dirty="0"/>
              <a:t>Different biofuels (e.g., biodiesel, bioethanol)</a:t>
            </a: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2400" dirty="0"/>
              <a:t>Various nanomaterials (e.g., metal nanoparticles, metal oxides)</a:t>
            </a: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2400" dirty="0"/>
              <a:t>Combustion chamber (compatible with the experimental setup)</a:t>
            </a: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2400" dirty="0"/>
              <a:t>Measurement instruments (e.g., emissions </a:t>
            </a:r>
            <a:r>
              <a:rPr lang="en-GB" sz="2400" dirty="0" err="1"/>
              <a:t>analyzer</a:t>
            </a:r>
            <a:r>
              <a:rPr lang="en-GB" sz="2400" dirty="0"/>
              <a:t>, calorimeter)</a:t>
            </a: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2400" dirty="0"/>
              <a:t>Test fuels without nanomaterials for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D943-849E-152C-70AC-2C05FCB4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9EE33-7371-778F-D389-41556CA30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Biofuels are renewable, reduce carbon emissions, and enhance energy security.</a:t>
            </a:r>
          </a:p>
          <a:p>
            <a:endParaRPr lang="en-GB" dirty="0"/>
          </a:p>
          <a:p>
            <a:r>
              <a:rPr lang="en-GB" dirty="0"/>
              <a:t>Nanotechnology improves biofuel production processes and combustion efficiency.</a:t>
            </a:r>
          </a:p>
          <a:p>
            <a:endParaRPr lang="en-GB" dirty="0"/>
          </a:p>
          <a:p>
            <a:r>
              <a:rPr lang="en-GB" dirty="0"/>
              <a:t>Nanoparticles act as catalysts, enhance combustion, and reduce emissions.</a:t>
            </a:r>
          </a:p>
          <a:p>
            <a:endParaRPr lang="en-GB" dirty="0"/>
          </a:p>
          <a:p>
            <a:r>
              <a:rPr lang="en-GB" dirty="0"/>
              <a:t>Nanostructured coatings and filters enhance engine efficiency and pollution control.</a:t>
            </a:r>
          </a:p>
        </p:txBody>
      </p:sp>
    </p:spTree>
    <p:extLst>
      <p:ext uri="{BB962C8B-B14F-4D97-AF65-F5344CB8AC3E}">
        <p14:creationId xmlns:p14="http://schemas.microsoft.com/office/powerpoint/2010/main" val="1888970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572100" y="1185742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-GB" sz="2400" dirty="0"/>
              <a:t>Any Qs?</a:t>
            </a:r>
            <a:endParaRPr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C7D98D-3583-2B0D-CDA3-DABA7A47B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600" y="835712"/>
            <a:ext cx="2310509" cy="34720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187</Words>
  <Application>Microsoft Office PowerPoint</Application>
  <PresentationFormat>On-screen Show (16:9)</PresentationFormat>
  <Paragraphs>35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Old Standard TT</vt:lpstr>
      <vt:lpstr>Arial</vt:lpstr>
      <vt:lpstr>Century Schoolbook</vt:lpstr>
      <vt:lpstr>Paperback</vt:lpstr>
      <vt:lpstr>Energy Crisis -Biofuel &amp; Nanotechnology</vt:lpstr>
      <vt:lpstr>  </vt:lpstr>
      <vt:lpstr>PowerPoint Presentation</vt:lpstr>
      <vt:lpstr>PowerPoint Presentation</vt:lpstr>
      <vt:lpstr>PowerPoint Presentation</vt:lpstr>
      <vt:lpstr>Biofuel Explained</vt:lpstr>
      <vt:lpstr>Example: Bioethanol</vt:lpstr>
      <vt:lpstr>Nanotechnology in Biofuel</vt:lpstr>
      <vt:lpstr>Experiment Materials</vt:lpstr>
      <vt:lpstr>Key Takeaways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Preparing Your Presentation</dc:title>
  <dc:creator>Koi Xsh</dc:creator>
  <cp:lastModifiedBy>Webb Wu</cp:lastModifiedBy>
  <cp:revision>3</cp:revision>
  <dcterms:modified xsi:type="dcterms:W3CDTF">2023-07-12T03:14:45Z</dcterms:modified>
</cp:coreProperties>
</file>