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9"/>
  </p:notesMasterIdLst>
  <p:handoutMasterIdLst>
    <p:handoutMasterId r:id="rId10"/>
  </p:handoutMasterIdLst>
  <p:sldIdLst>
    <p:sldId id="258" r:id="rId5"/>
    <p:sldId id="259" r:id="rId6"/>
    <p:sldId id="260" r:id="rId7"/>
    <p:sldId id="261" r:id="rId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6" y="4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62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1B7C1F-295D-4933-A4A7-B1451C67FA46}" type="datetime1">
              <a:rPr lang="en-GB" smtClean="0"/>
              <a:t>19/07/2023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6E42EF-B2A2-4428-A098-E6934E2840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66190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58181A-1276-42EE-96CE-3672BE6B1097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3716F0-385D-4F6E-BE54-A09D410D24C2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83426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23716F0-385D-4F6E-BE54-A09D410D24C2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84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 rtlCol="0"/>
          <a:lstStyle>
            <a:lvl1pPr marR="9144" algn="l">
              <a:defRPr sz="4000" b="1" cap="all" spc="0" baseline="0">
                <a:solidFill>
                  <a:schemeClr val="tx2"/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kumimoji="0" lang="en-GB" noProof="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rtlCol="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878B42-D99D-45D8-A082-9909D7A5E8EC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6747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E62F49-DE5D-467F-A4A7-A8DDD6E6B3F7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777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 rtlCol="0"/>
          <a:lstStyle>
            <a:lvl1pPr algn="l">
              <a:buNone/>
              <a:defRPr sz="3800" b="0" cap="none" spc="-150" baseline="0"/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rtlCol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566294-93E1-4808-8EEE-A15471B5132F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9606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E9771-BA1C-425F-B3E3-8C7D51FF0355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495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rtlCol="0" anchor="t"/>
          <a:lstStyle>
            <a:lvl1pPr>
              <a:defRPr sz="4000"/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rtlCol="0" anchor="ctr"/>
          <a:lstStyle>
            <a:lvl1pPr marL="73152" indent="0" algn="l">
              <a:buNone/>
              <a:defRPr sz="2400" b="0">
                <a:solidFill>
                  <a:schemeClr val="accent3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rtlCol="0" anchor="ctr"/>
          <a:lstStyle>
            <a:lvl1pPr marL="73152" indent="0">
              <a:buNone/>
              <a:defRPr sz="2400" b="0">
                <a:solidFill>
                  <a:schemeClr val="accent3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340FB8-3EB0-4301-B72A-6B05C5C1B677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3346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 rtlCol="0"/>
          <a:lstStyle>
            <a:lvl1pPr>
              <a:defRPr sz="4000" cap="none" baseline="0"/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8271DC-83FF-4B73-BF39-1A7BE1E7A682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2071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E7D1CC-524E-423F-B099-221F2F19C8F9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359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rtlCol="0" anchor="ctr"/>
          <a:lstStyle>
            <a:lvl1pPr algn="l">
              <a:buNone/>
              <a:defRPr sz="3600" b="0"/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 rtlCol="0"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77A51D-BC40-43A0-BD59-36BB2AC38044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1128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rtlCol="0" anchor="b"/>
          <a:lstStyle>
            <a:lvl1pPr algn="l">
              <a:buNone/>
              <a:defRPr sz="2100" b="0"/>
            </a:lvl1pPr>
            <a:extLst/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 rtlCol="0"/>
          <a:lstStyle>
            <a:lvl1pPr marL="0" indent="0">
              <a:buNone/>
              <a:defRPr sz="3200"/>
            </a:lvl1pPr>
            <a:extLst/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 rtlCol="0"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 rtlCol="0"/>
          <a:lstStyle/>
          <a:p>
            <a:pPr rtl="0"/>
            <a:fld id="{281EF320-99F6-4762-A4AB-53AA014B07C9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 rtlCol="0"/>
          <a:lstStyle>
            <a:lvl1pPr>
              <a:defRPr sz="1100"/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4392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34FCBE-4095-4541-B5ED-4E2AF472B7B5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344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rtlCol="0" anchor="ctr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 rtlCol="0"/>
          <a:lstStyle/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766516-FD3F-4C8E-8925-A7F425E94FDC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556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rtlCol="0" anchor="t">
            <a:noAutofit/>
          </a:bodyPr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 rtl="0"/>
            <a:fld id="{7202776F-33EB-416A-9635-6F1BBC74598C}" type="datetime1">
              <a:rPr lang="en-GB" noProof="0" smtClean="0"/>
              <a:t>19/07/2023</a:t>
            </a:fld>
            <a:endParaRPr lang="en-GB" noProof="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38065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 dirty="0"/>
              <a:t>Biofuel</a:t>
            </a:r>
            <a:br>
              <a:rPr lang="en-GB" dirty="0"/>
            </a:br>
            <a:r>
              <a:rPr lang="en-GB" dirty="0"/>
              <a:t>Research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Webb Wu, 20/7/23</a:t>
            </a:r>
          </a:p>
        </p:txBody>
      </p:sp>
    </p:spTree>
    <p:extLst>
      <p:ext uri="{BB962C8B-B14F-4D97-AF65-F5344CB8AC3E}">
        <p14:creationId xmlns:p14="http://schemas.microsoft.com/office/powerpoint/2010/main" val="176694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8C1B-12F0-1914-D145-D330E50F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on Jul 19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F7D302-73B8-6426-5639-AA54808AC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36045" y="1512979"/>
            <a:ext cx="3429000" cy="4572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D710C-D285-524F-4B2A-94277B67AC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630" y="1321455"/>
            <a:ext cx="3378118" cy="450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1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F6B5-A760-6503-10D6-ACB370A1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1D1CB-1D9F-437D-6679-F44B8B58D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0433" y="2426589"/>
            <a:ext cx="4572000" cy="25717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318C8-1776-E9A8-6420-789D429581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502" y="2768272"/>
            <a:ext cx="3407861" cy="2555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D99D5-C975-6668-4B7D-67CD2008FE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556" y="2701905"/>
            <a:ext cx="3736257" cy="280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5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A836-7588-40AE-6909-A82AACD5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Any Qs?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0D4742-1AE9-A304-CA7E-4A2F84721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5586" y="2047643"/>
            <a:ext cx="3790949" cy="379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ightfall design templat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4010159_TF03460533" id="{E626BEBD-E9CF-4ED5-86E9-9066D1CE3370}" vid="{92ACB9DA-069C-497B-80AB-4A020BE42ADC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FFFBF3-BB42-47F7-806D-D5417A96E6A8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6B1B62E-928A-4006-B97D-326E5E8B4F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C28D37-012A-4F78-8189-E37D340068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Nightfall design slides</Template>
  <TotalTime>6</TotalTime>
  <Words>18</Words>
  <Application>Microsoft Office PowerPoint</Application>
  <PresentationFormat>Widescreen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Wingdings</vt:lpstr>
      <vt:lpstr>Wingdings 2</vt:lpstr>
      <vt:lpstr>Wingdings 3</vt:lpstr>
      <vt:lpstr>Nightfall design template</vt:lpstr>
      <vt:lpstr>Biofuel Research update</vt:lpstr>
      <vt:lpstr>Experiment on Jul 19</vt:lpstr>
      <vt:lpstr>Continued…</vt:lpstr>
      <vt:lpstr>Any Qs?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Biofuel Research update</dc:title>
  <dc:creator>Webb Wu</dc:creator>
  <cp:lastModifiedBy>Webb Wu</cp:lastModifiedBy>
  <cp:revision>1</cp:revision>
  <dcterms:created xsi:type="dcterms:W3CDTF">2023-07-20T01:27:37Z</dcterms:created>
  <dcterms:modified xsi:type="dcterms:W3CDTF">2023-07-20T01:34:33Z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